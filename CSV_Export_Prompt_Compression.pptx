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" id="{229679b3-2dde-6c97-752e-a02b9e4665a4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verbose 878-char prompt (≈220 tokens). Approach: extract 13 requirements, strip filler, group into Task/Rules/Steps, compress, verify traceability, measure with chars÷4. Result: 398 chars (≈100 tokens), −54.7%. Reference React implementation proves completeness: read-only export button consuming derived visibleRows, pure buildCsv, native Blob download, 6 unit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method: characters ÷ 4  ·  Reference build: React + plain JS, zero dependencies, 6/6 unit tests passing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Compression: CSV Export for the Analytics Dashboard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−54.7% estimated tokens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   with all 13 requirements preserved  ·  220 → 100 tokens  ·  878 → 398 characters</a:t>
            </a:r>
            <a:endParaRPr lang="en-US" sz="1500" dirty="0"/>
          </a:p>
        </p:txBody>
      </p:sp>
      <p:sp>
        <p:nvSpPr>
          <p:cNvPr id="4" name="Problem card"/>
          <p:cNvSpPr/>
          <p:nvPr/>
        </p:nvSpPr>
        <p:spPr>
          <a:xfrm>
            <a:off x="457200" y="1371600"/>
            <a:ext cx="36118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blem card title"/>
          <p:cNvSpPr txBox="1"/>
          <p:nvPr/>
        </p:nvSpPr>
        <p:spPr>
          <a:xfrm>
            <a:off x="685800" y="15361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0195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long, repetitive, conversational request asks an AI assistant to add CSV export. Filler costs tokens and buries constraints.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52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Original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00200" y="2889504"/>
            <a:ext cx="1920240" cy="201168"/>
          </a:xfrm>
          <a:prstGeom prst="roundRect">
            <a:avLst>
              <a:gd name="adj" fmla="val 2272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93592" y="2852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220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Optimized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00200" y="3236976"/>
            <a:ext cx="870450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43802" y="3200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100</a:t>
            </a:r>
            <a:endParaRPr lang="en-US" sz="1100" dirty="0"/>
          </a:p>
        </p:txBody>
      </p:sp>
      <p:sp>
        <p:nvSpPr>
          <p:cNvPr id="13" name="Workflow card"/>
          <p:cNvSpPr/>
          <p:nvPr/>
        </p:nvSpPr>
        <p:spPr>
          <a:xfrm>
            <a:off x="4297680" y="1371600"/>
            <a:ext cx="743407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Workflow card title"/>
          <p:cNvSpPr txBox="1"/>
          <p:nvPr/>
        </p:nvSpPr>
        <p:spPr>
          <a:xfrm>
            <a:off x="4526280" y="1536192"/>
            <a:ext cx="6976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approach &amp; workflow</a:t>
            </a:r>
            <a:endParaRPr lang="en-US" sz="1500" dirty="0"/>
          </a:p>
        </p:txBody>
      </p:sp>
      <p:sp>
        <p:nvSpPr>
          <p:cNvPr id="15" name="Step 1"/>
          <p:cNvSpPr/>
          <p:nvPr/>
        </p:nvSpPr>
        <p:spPr>
          <a:xfrm>
            <a:off x="4526280" y="1938528"/>
            <a:ext cx="1033272" cy="1097280"/>
          </a:xfrm>
          <a:prstGeom prst="roundRect">
            <a:avLst>
              <a:gd name="adj" fmla="val 708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87468" y="202996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87468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2395728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Extract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633472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13 atomic requirements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82412" y="2414016"/>
            <a:ext cx="109728" cy="146304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tep 2"/>
          <p:cNvSpPr/>
          <p:nvPr/>
        </p:nvSpPr>
        <p:spPr>
          <a:xfrm>
            <a:off x="5715000" y="1938528"/>
            <a:ext cx="1033272" cy="1097280"/>
          </a:xfrm>
          <a:prstGeom prst="roundRect">
            <a:avLst>
              <a:gd name="adj" fmla="val 708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76188" y="202996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76188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760720" y="2395728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Strip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2633472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greeting, filler, repeats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71132" y="2414016"/>
            <a:ext cx="109728" cy="146304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Step 3"/>
          <p:cNvSpPr/>
          <p:nvPr/>
        </p:nvSpPr>
        <p:spPr>
          <a:xfrm>
            <a:off x="6903720" y="1938528"/>
            <a:ext cx="1033272" cy="1097280"/>
          </a:xfrm>
          <a:prstGeom prst="roundRect">
            <a:avLst>
              <a:gd name="adj" fmla="val 708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64908" y="202996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64908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2395728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Group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2633472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Task · Rules · Steps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59852" y="2414016"/>
            <a:ext cx="109728" cy="146304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Step 4"/>
          <p:cNvSpPr/>
          <p:nvPr/>
        </p:nvSpPr>
        <p:spPr>
          <a:xfrm>
            <a:off x="8092440" y="1938528"/>
            <a:ext cx="1033272" cy="1097280"/>
          </a:xfrm>
          <a:prstGeom prst="roundRect">
            <a:avLst>
              <a:gd name="adj" fmla="val 708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53628" y="202996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53628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138160" y="2395728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Compress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138160" y="2633472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terse imperative bullets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148572" y="2414016"/>
            <a:ext cx="109728" cy="146304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9" name="Step 5"/>
          <p:cNvSpPr/>
          <p:nvPr/>
        </p:nvSpPr>
        <p:spPr>
          <a:xfrm>
            <a:off x="9281160" y="1938528"/>
            <a:ext cx="1033272" cy="1097280"/>
          </a:xfrm>
          <a:prstGeom prst="roundRect">
            <a:avLst>
              <a:gd name="adj" fmla="val 708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42348" y="202996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642348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9326880" y="2395728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Verify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326880" y="2633472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trace 13/13 kept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337292" y="2414016"/>
            <a:ext cx="109728" cy="146304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5" name="Step 6"/>
          <p:cNvSpPr/>
          <p:nvPr/>
        </p:nvSpPr>
        <p:spPr>
          <a:xfrm>
            <a:off x="10469880" y="1938528"/>
            <a:ext cx="1033272" cy="1097280"/>
          </a:xfrm>
          <a:prstGeom prst="roundRect">
            <a:avLst>
              <a:gd name="adj" fmla="val 708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831068" y="202996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831068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515600" y="2395728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Measure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10515600" y="2633472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chars ÷ 4 → −54.7%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4526280" y="3127248"/>
            <a:ext cx="6976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Output prompt: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Task (CSV button on analytics table) · Rules (filtered + sorted rows, visible order, no hidden cols, ISO 8601, no new deps, keep filter/sort) · Steps (inspect &amp; list files → implement → report changes + verification)</a:t>
            </a:r>
            <a:endParaRPr lang="en-US" sz="1100" dirty="0"/>
          </a:p>
        </p:txBody>
      </p:sp>
      <p:sp>
        <p:nvSpPr>
          <p:cNvPr id="51" name="Architecture card"/>
          <p:cNvSpPr/>
          <p:nvPr/>
        </p:nvSpPr>
        <p:spPr>
          <a:xfrm>
            <a:off x="457200" y="3840480"/>
            <a:ext cx="466344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2" name="Architecture card title"/>
          <p:cNvSpPr txBox="1"/>
          <p:nvPr/>
        </p:nvSpPr>
        <p:spPr>
          <a:xfrm>
            <a:off x="685800" y="40050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(reference build)</a:t>
            </a:r>
            <a:endParaRPr lang="en-US" sz="1500" dirty="0"/>
          </a:p>
        </p:txBody>
      </p:sp>
      <p:sp>
        <p:nvSpPr>
          <p:cNvPr id="53" name="Arch Filter + sort state"/>
          <p:cNvSpPr/>
          <p:nvPr/>
        </p:nvSpPr>
        <p:spPr>
          <a:xfrm>
            <a:off x="685800" y="4434840"/>
            <a:ext cx="1280160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22376" y="4434840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Filter + sort state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029968" y="4645152"/>
            <a:ext cx="146304" cy="146304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6" name="Arch visibleRows (useMemo)"/>
          <p:cNvSpPr/>
          <p:nvPr/>
        </p:nvSpPr>
        <p:spPr>
          <a:xfrm>
            <a:off x="2240280" y="4434840"/>
            <a:ext cx="1280160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276856" y="4434840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visibleRows (useMemo)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584448" y="4645152"/>
            <a:ext cx="146304" cy="146304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9" name="Arch Table render"/>
          <p:cNvSpPr/>
          <p:nvPr/>
        </p:nvSpPr>
        <p:spPr>
          <a:xfrm>
            <a:off x="3794760" y="4434840"/>
            <a:ext cx="1280160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831336" y="4434840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Table render</a:t>
            </a:r>
            <a:endParaRPr lang="en-US" sz="1050" dirty="0"/>
          </a:p>
        </p:txBody>
      </p:sp>
      <p:sp>
        <p:nvSpPr>
          <p:cNvPr id="61" name="Arch ExportCsvButton (read-only)"/>
          <p:cNvSpPr/>
          <p:nvPr/>
        </p:nvSpPr>
        <p:spPr>
          <a:xfrm>
            <a:off x="2240280" y="5303520"/>
            <a:ext cx="1280160" cy="566928"/>
          </a:xfrm>
          <a:prstGeom prst="roundRect">
            <a:avLst>
              <a:gd name="adj" fmla="val 967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2276856" y="5303520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ExportCsvButton (read-only)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3584448" y="5513832"/>
            <a:ext cx="146304" cy="146304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4" name="Arch buildCsv() → Blob download"/>
          <p:cNvSpPr/>
          <p:nvPr/>
        </p:nvSpPr>
        <p:spPr>
          <a:xfrm>
            <a:off x="3794760" y="5303520"/>
            <a:ext cx="1280160" cy="566928"/>
          </a:xfrm>
          <a:prstGeom prst="roundRect">
            <a:avLst>
              <a:gd name="adj" fmla="val 967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831336" y="5303520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buildCsv() → Blob download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807208" y="5056632"/>
            <a:ext cx="146304" cy="182880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85800" y="53035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Teal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new code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Grey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existing, unchanged</a:t>
            </a:r>
            <a:endParaRPr lang="en-US" sz="1000" dirty="0"/>
          </a:p>
        </p:txBody>
      </p:sp>
      <p:sp>
        <p:nvSpPr>
          <p:cNvPr id="68" name="Features card"/>
          <p:cNvSpPr/>
          <p:nvPr/>
        </p:nvSpPr>
        <p:spPr>
          <a:xfrm>
            <a:off x="5349240" y="3840480"/>
            <a:ext cx="329184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9" name="Features card title"/>
          <p:cNvSpPr txBox="1"/>
          <p:nvPr/>
        </p:nvSpPr>
        <p:spPr>
          <a:xfrm>
            <a:off x="5577840" y="40050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70" name="Text 68"/>
          <p:cNvSpPr txBox="1"/>
          <p:nvPr/>
        </p:nvSpPr>
        <p:spPr>
          <a:xfrm>
            <a:off x="5577840" y="4389120"/>
            <a:ext cx="2880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Exports only filtered, sorted rows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Visible column order kept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Hidden columns excluded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ISO 8601 dates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Zero new dependencies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Filter/sort logic untouched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CSV escaping + formula guard</a:t>
            </a:r>
            <a:endParaRPr lang="en-US" sz="1200" dirty="0"/>
          </a:p>
        </p:txBody>
      </p:sp>
      <p:sp>
        <p:nvSpPr>
          <p:cNvPr id="71" name="Impact card"/>
          <p:cNvSpPr/>
          <p:nvPr/>
        </p:nvSpPr>
        <p:spPr>
          <a:xfrm>
            <a:off x="8869680" y="3840480"/>
            <a:ext cx="2862072" cy="2423160"/>
          </a:xfrm>
          <a:prstGeom prst="roundRect">
            <a:avLst>
              <a:gd name="adj" fmla="val 30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2" name="Impact card title"/>
          <p:cNvSpPr txBox="1"/>
          <p:nvPr/>
        </p:nvSpPr>
        <p:spPr>
          <a:xfrm>
            <a:off x="9098280" y="4005072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1500" dirty="0"/>
          </a:p>
        </p:txBody>
      </p:sp>
      <p:sp>
        <p:nvSpPr>
          <p:cNvPr id="73" name="Text 71"/>
          <p:cNvSpPr txBox="1"/>
          <p:nvPr/>
        </p:nvSpPr>
        <p:spPr>
          <a:xfrm>
            <a:off x="9098280" y="440740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−54.7%</a:t>
            </a:r>
            <a:endParaRPr lang="en-US" sz="2400" dirty="0"/>
          </a:p>
        </p:txBody>
      </p:sp>
      <p:sp>
        <p:nvSpPr>
          <p:cNvPr id="74" name="Text 72"/>
          <p:cNvSpPr txBox="1"/>
          <p:nvPr/>
        </p:nvSpPr>
        <p:spPr>
          <a:xfrm>
            <a:off x="9098280" y="48097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tokens per run</a:t>
            </a:r>
            <a:endParaRPr lang="en-US" sz="1000" dirty="0"/>
          </a:p>
        </p:txBody>
      </p:sp>
      <p:sp>
        <p:nvSpPr>
          <p:cNvPr id="75" name="Text 73"/>
          <p:cNvSpPr txBox="1"/>
          <p:nvPr/>
        </p:nvSpPr>
        <p:spPr>
          <a:xfrm>
            <a:off x="10424160" y="440740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13/13</a:t>
            </a:r>
            <a:endParaRPr lang="en-US" sz="2400" dirty="0"/>
          </a:p>
        </p:txBody>
      </p:sp>
      <p:sp>
        <p:nvSpPr>
          <p:cNvPr id="76" name="Text 74"/>
          <p:cNvSpPr txBox="1"/>
          <p:nvPr/>
        </p:nvSpPr>
        <p:spPr>
          <a:xfrm>
            <a:off x="10424160" y="48097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requirements kept</a:t>
            </a:r>
            <a:endParaRPr lang="en-US" sz="1000" dirty="0"/>
          </a:p>
        </p:txBody>
      </p:sp>
      <p:sp>
        <p:nvSpPr>
          <p:cNvPr id="77" name="Text 75"/>
          <p:cNvSpPr txBox="1"/>
          <p:nvPr/>
        </p:nvSpPr>
        <p:spPr>
          <a:xfrm>
            <a:off x="9098280" y="51023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78" name="Text 76"/>
          <p:cNvSpPr txBox="1"/>
          <p:nvPr/>
        </p:nvSpPr>
        <p:spPr>
          <a:xfrm>
            <a:off x="9098280" y="55046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new dependencies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10424160" y="51023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</a:t>
            </a:r>
            <a:endParaRPr lang="en-US" sz="2400" dirty="0"/>
          </a:p>
        </p:txBody>
      </p:sp>
      <p:sp>
        <p:nvSpPr>
          <p:cNvPr id="80" name="Text 78"/>
          <p:cNvSpPr txBox="1"/>
          <p:nvPr/>
        </p:nvSpPr>
        <p:spPr>
          <a:xfrm>
            <a:off x="10424160" y="55046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tests passing</a:t>
            </a:r>
            <a:endParaRPr lang="en-US" sz="1000" dirty="0"/>
          </a:p>
        </p:txBody>
      </p:sp>
      <p:sp>
        <p:nvSpPr>
          <p:cNvPr id="81" name="Text 79"/>
          <p:cNvSpPr txBox="1"/>
          <p:nvPr/>
        </p:nvSpPr>
        <p:spPr>
          <a:xfrm>
            <a:off x="9098280" y="576072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Lower cost and latency at scale; less rework from missed constraints.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ression Teal">
  <a:themeElements>
    <a:clrScheme name="Compression Teal">
      <a:dk1>
        <a:srgbClr val="1F2A37"/>
      </a:dk1>
      <a:lt1>
        <a:srgbClr val="FFFFFF"/>
      </a:lt1>
      <a:dk2>
        <a:srgbClr val="5B6673"/>
      </a:dk2>
      <a:lt2>
        <a:srgbClr val="F2F5F7"/>
      </a:lt2>
      <a:accent1>
        <a:srgbClr val="0F766E"/>
      </a:accent1>
      <a:accent2>
        <a:srgbClr val="DDF1EC"/>
      </a:accent2>
      <a:accent3>
        <a:srgbClr val="D97706"/>
      </a:accent3>
      <a:accent4>
        <a:srgbClr val="94A3B8"/>
      </a:accent4>
      <a:accent5>
        <a:srgbClr val="134E4A"/>
      </a:accent5>
      <a:accent6>
        <a:srgbClr val="E2E8F0"/>
      </a:accent6>
      <a:hlink>
        <a:srgbClr val="0F766E"/>
      </a:hlink>
      <a:folHlink>
        <a:srgbClr val="134E4A"/>
      </a:folHlink>
    </a:clrScheme>
    <a:fontScheme name="Compression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Compression Challenge — CSV Export</dc:title>
  <dc:subject>PptxGenJS Presentation</dc:subject>
  <dc:creator>PptxGenJS</dc:creator>
  <cp:lastModifiedBy>PptxGenJS</cp:lastModifiedBy>
  <cp:revision>1</cp:revision>
  <dcterms:created xsi:type="dcterms:W3CDTF">2026-10-09T09:38:58Z</dcterms:created>
  <dcterms:modified xsi:type="dcterms:W3CDTF">2026-10-09T09:38:58Z</dcterms:modified>
</cp:coreProperties>
</file>